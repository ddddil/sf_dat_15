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T/F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Portfolio Constraints and the Investment Opportunity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595959"/>
                </a:solidFill>
                <a:latin typeface="Calibri"/>
              </a:rPr>
              <a:t>Relaxing a constraint enlarges the feasible set, so the optimum cannot deteriorate.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The investment opportunity set is the set of all attainable (σp, E[rp]) combinations. The no-short-sale constraint (wᵢ ≥ 0) restricts it to a subset of the set available when weights may be negative.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Every portfolio feasible under the constraint remains feasible without it. Hence, at each target E[rp], the minimum attainable σp is weakly lower when short sales are permitted, and the maximum attainable Sharpe ratio is weakly higher.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The improvement is strict only when the constraint is binding. In Steps 7–9, several weights sit at the zero bound (e.g., VNQ in Steps 7 and 9); in Step 10, the optimizer exploits negative weights.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920240"/>
            <a:ext cx="3547872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Formal statement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F_NS = { w : Σwᵢ = 1,  wᵢ ≥ 0 }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F_S  = { w : Σwᵢ = 1 }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F_NS ⊆ F_S  ⇒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min σp(m | F_S) ≤ min σp(m | F_NS)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max Sp(F_S) ≥ max Sp(F_NS)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00000"/>
                </a:solidFill>
                <a:latin typeface="Calibri"/>
              </a:rPr>
              <a:t>Row 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T/F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Short Sales: Asymmetric Payoffs and Unlimited 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595959"/>
                </a:solidFill>
                <a:latin typeface="Calibri"/>
              </a:rPr>
              <a:t>A short position reverses the payoff of a long position, including the bound on losses.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Mechanics: the investor borrows shares from a broker, sells them at P₀, and must later repurchase them at P₁ to cover the position, paying any dividends to the lender in the interim.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A long position has limited liability, because P₁ ≥ 0 caps the loss at the initial investment. A short position's maximum gain is P₀, but its loss, P₁ − P₀, has no upper bound because P₁ has none.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Short sellers must post margin (the sale proceeds plus initial margin). A rising price erodes equity in the account and can trigger a margin call or forced covering (a short squeeze).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920240"/>
            <a:ext cx="3547872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Formal statement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Long:   Π = P₁ − P₀   ⇒  Π ≥ −P₀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Short:  Π = P₀ − P₁ − D  ⇒  Π ≤ P₀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P₁ ∈ [0, ∞)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⇒ long loss bounded,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    short loss unbounded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00000"/>
                </a:solidFill>
                <a:latin typeface="Calibri"/>
              </a:rPr>
              <a:t>Row 127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T/F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Estimation Risk: Ex Ante Optimality vs. Ex Post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595959"/>
                </a:solidFill>
                <a:latin typeface="Calibri"/>
              </a:rPr>
              <a:t>Mean-variance weights are optimal only with respect to the inputs used to compute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The Markowitz model assumes the true expected returns μ and covariance matrix Σ are known. In practice, Solver uses sample estimates of μ and Σ from 60 monthly observations and treats them as exact.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Expected returns are estimated with low precision: the standard error of a sample mean is s/√T. In addition, return distributions are not stationary, so means, volatilities, and correlations shift over time.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The optimizer magnifies estimation error by overweighting assets whose means are overestimated or whose risks are underestimated. This produces extreme or corner weights (95% AGG in Step 8; ±100%+ positions in Step 10).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920240"/>
            <a:ext cx="3547872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Formal statement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w* = argmax f(μ̂, Σ̂), not f(μ, Σ)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SE(r̄) = s / √T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AAPL: s = 7.11%/mo, T = 60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SE ≈ 0.92%/mo ≈ 11.0%/yr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0000"/>
                </a:solidFill>
                <a:latin typeface="Cambria"/>
              </a:rPr>
              <a:t>vs. sample mean ≈ 17.1%/yr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000000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263640"/>
            <a:ext cx="2313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00000"/>
                </a:solidFill>
                <a:latin typeface="Calibri"/>
              </a:rPr>
              <a:t>Row 130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