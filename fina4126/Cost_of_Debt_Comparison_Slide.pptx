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40920-2FC8-4031-BC0D-28C24D3DF173}" v="1" dt="2026-09-25T15:53:54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72" y="2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microsoft.com/office/2016/11/relationships/changesInfo" Target="changesInfos/changesInfo1.xml"/><Relationship Id="rId6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 Keyang" userId="04a9c76f-4fb9-45ac-bd00-4af93feac29c" providerId="ADAL" clId="{96CEFCF6-1D36-43AD-9421-D6A67F41D092}"/>
    <pc:docChg chg="custSel addSld delSld modSld">
      <pc:chgData name="Yang, Keyang" userId="04a9c76f-4fb9-45ac-bd00-4af93feac29c" providerId="ADAL" clId="{96CEFCF6-1D36-43AD-9421-D6A67F41D092}" dt="2026-09-25T16:09:51.251" v="79"/>
      <pc:docMkLst>
        <pc:docMk/>
      </pc:docMkLst>
      <pc:sldChg chg="delSp modSp mod">
        <pc:chgData name="Yang, Keyang" userId="04a9c76f-4fb9-45ac-bd00-4af93feac29c" providerId="ADAL" clId="{96CEFCF6-1D36-43AD-9421-D6A67F41D092}" dt="2026-09-22T00:58:15.378" v="14" actId="1076"/>
        <pc:sldMkLst>
          <pc:docMk/>
          <pc:sldMk cId="0" sldId="266"/>
        </pc:sldMkLst>
        <pc:spChg chg="mod">
          <ac:chgData name="Yang, Keyang" userId="04a9c76f-4fb9-45ac-bd00-4af93feac29c" providerId="ADAL" clId="{96CEFCF6-1D36-43AD-9421-D6A67F41D092}" dt="2026-09-22T00:58:09.210" v="13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Yang, Keyang" userId="04a9c76f-4fb9-45ac-bd00-4af93feac29c" providerId="ADAL" clId="{96CEFCF6-1D36-43AD-9421-D6A67F41D092}" dt="2026-09-22T00:58:15.378" v="14" actId="1076"/>
          <ac:spMkLst>
            <pc:docMk/>
            <pc:sldMk cId="0" sldId="266"/>
            <ac:spMk id="6" creationId="{00000000-0000-0000-0000-000000000000}"/>
          </ac:spMkLst>
        </pc:spChg>
      </pc:sldChg>
      <pc:sldChg chg="delSp modSp mod">
        <pc:chgData name="Yang, Keyang" userId="04a9c76f-4fb9-45ac-bd00-4af93feac29c" providerId="ADAL" clId="{96CEFCF6-1D36-43AD-9421-D6A67F41D092}" dt="2026-09-22T01:56:01.859" v="41" actId="20577"/>
        <pc:sldMkLst>
          <pc:docMk/>
          <pc:sldMk cId="0" sldId="267"/>
        </pc:sldMkLst>
        <pc:spChg chg="mod">
          <ac:chgData name="Yang, Keyang" userId="04a9c76f-4fb9-45ac-bd00-4af93feac29c" providerId="ADAL" clId="{96CEFCF6-1D36-43AD-9421-D6A67F41D092}" dt="2026-09-22T01:39:30.313" v="20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Yang, Keyang" userId="04a9c76f-4fb9-45ac-bd00-4af93feac29c" providerId="ADAL" clId="{96CEFCF6-1D36-43AD-9421-D6A67F41D092}" dt="2026-09-22T01:56:01.859" v="41" actId="20577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Yang, Keyang" userId="04a9c76f-4fb9-45ac-bd00-4af93feac29c" providerId="ADAL" clId="{96CEFCF6-1D36-43AD-9421-D6A67F41D092}" dt="2026-09-22T00:56:16.786" v="3" actId="1076"/>
        <pc:sldMkLst>
          <pc:docMk/>
          <pc:sldMk cId="0" sldId="269"/>
        </pc:sldMkLst>
        <pc:spChg chg="mod">
          <ac:chgData name="Yang, Keyang" userId="04a9c76f-4fb9-45ac-bd00-4af93feac29c" providerId="ADAL" clId="{96CEFCF6-1D36-43AD-9421-D6A67F41D092}" dt="2026-09-22T00:56:16.786" v="3" actId="1076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Yang, Keyang" userId="04a9c76f-4fb9-45ac-bd00-4af93feac29c" providerId="ADAL" clId="{96CEFCF6-1D36-43AD-9421-D6A67F41D092}" dt="2026-09-25T15:52:03.318" v="46" actId="20577"/>
        <pc:sldMkLst>
          <pc:docMk/>
          <pc:sldMk cId="0" sldId="278"/>
        </pc:sldMkLst>
        <pc:spChg chg="mod">
          <ac:chgData name="Yang, Keyang" userId="04a9c76f-4fb9-45ac-bd00-4af93feac29c" providerId="ADAL" clId="{96CEFCF6-1D36-43AD-9421-D6A67F41D092}" dt="2026-09-25T15:52:03.318" v="46" actId="20577"/>
          <ac:spMkLst>
            <pc:docMk/>
            <pc:sldMk cId="0" sldId="278"/>
            <ac:spMk id="4" creationId="{00000000-0000-0000-0000-000000000000}"/>
          </ac:spMkLst>
        </pc:spChg>
      </pc:sldChg>
      <pc:sldChg chg="modSp mod">
        <pc:chgData name="Yang, Keyang" userId="04a9c76f-4fb9-45ac-bd00-4af93feac29c" providerId="ADAL" clId="{96CEFCF6-1D36-43AD-9421-D6A67F41D092}" dt="2026-09-23T15:49:54.426" v="45" actId="1076"/>
        <pc:sldMkLst>
          <pc:docMk/>
          <pc:sldMk cId="0" sldId="281"/>
        </pc:sldMkLst>
        <pc:spChg chg="mod">
          <ac:chgData name="Yang, Keyang" userId="04a9c76f-4fb9-45ac-bd00-4af93feac29c" providerId="ADAL" clId="{96CEFCF6-1D36-43AD-9421-D6A67F41D092}" dt="2026-09-23T15:49:54.426" v="45" actId="1076"/>
          <ac:spMkLst>
            <pc:docMk/>
            <pc:sldMk cId="0" sldId="281"/>
            <ac:spMk id="4" creationId="{00000000-0000-0000-0000-000000000000}"/>
          </ac:spMkLst>
        </pc:spChg>
      </pc:sldChg>
      <pc:sldChg chg="modSp mod">
        <pc:chgData name="Yang, Keyang" userId="04a9c76f-4fb9-45ac-bd00-4af93feac29c" providerId="ADAL" clId="{96CEFCF6-1D36-43AD-9421-D6A67F41D092}" dt="2026-09-25T15:56:07.220" v="47" actId="20577"/>
        <pc:sldMkLst>
          <pc:docMk/>
          <pc:sldMk cId="0" sldId="283"/>
        </pc:sldMkLst>
        <pc:spChg chg="mod">
          <ac:chgData name="Yang, Keyang" userId="04a9c76f-4fb9-45ac-bd00-4af93feac29c" providerId="ADAL" clId="{96CEFCF6-1D36-43AD-9421-D6A67F41D092}" dt="2026-09-25T15:56:07.220" v="47" actId="20577"/>
          <ac:spMkLst>
            <pc:docMk/>
            <pc:sldMk cId="0" sldId="283"/>
            <ac:spMk id="4" creationId="{00000000-0000-0000-0000-000000000000}"/>
          </ac:spMkLst>
        </pc:spChg>
      </pc:sldChg>
      <pc:sldChg chg="del">
        <pc:chgData name="Yang, Keyang" userId="04a9c76f-4fb9-45ac-bd00-4af93feac29c" providerId="ADAL" clId="{96CEFCF6-1D36-43AD-9421-D6A67F41D092}" dt="2026-09-25T15:59:59.029" v="49"/>
        <pc:sldMkLst>
          <pc:docMk/>
          <pc:sldMk cId="0" sldId="284"/>
        </pc:sldMkLst>
      </pc:sldChg>
      <pc:sldChg chg="modSp add del mod">
        <pc:chgData name="Yang, Keyang" userId="04a9c76f-4fb9-45ac-bd00-4af93feac29c" providerId="ADAL" clId="{96CEFCF6-1D36-43AD-9421-D6A67F41D092}" dt="2026-09-25T16:00:25.608" v="53"/>
        <pc:sldMkLst>
          <pc:docMk/>
          <pc:sldMk cId="4194604555" sldId="312"/>
        </pc:sldMkLst>
        <pc:spChg chg="mod">
          <ac:chgData name="Yang, Keyang" userId="04a9c76f-4fb9-45ac-bd00-4af93feac29c" providerId="ADAL" clId="{96CEFCF6-1D36-43AD-9421-D6A67F41D092}" dt="2026-09-25T15:59:59.549" v="51"/>
          <ac:spMkLst>
            <pc:docMk/>
            <pc:sldMk cId="4194604555" sldId="312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1:07.385" v="57"/>
        <pc:sldMkLst>
          <pc:docMk/>
          <pc:sldMk cId="2800425177" sldId="313"/>
        </pc:sldMkLst>
        <pc:spChg chg="mod">
          <ac:chgData name="Yang, Keyang" userId="04a9c76f-4fb9-45ac-bd00-4af93feac29c" providerId="ADAL" clId="{96CEFCF6-1D36-43AD-9421-D6A67F41D092}" dt="2026-09-25T16:00:25.628" v="55"/>
          <ac:spMkLst>
            <pc:docMk/>
            <pc:sldMk cId="2800425177" sldId="313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1:23.839" v="61"/>
        <pc:sldMkLst>
          <pc:docMk/>
          <pc:sldMk cId="433159733" sldId="314"/>
        </pc:sldMkLst>
        <pc:spChg chg="mod">
          <ac:chgData name="Yang, Keyang" userId="04a9c76f-4fb9-45ac-bd00-4af93feac29c" providerId="ADAL" clId="{96CEFCF6-1D36-43AD-9421-D6A67F41D092}" dt="2026-09-25T16:01:07.905" v="59"/>
          <ac:spMkLst>
            <pc:docMk/>
            <pc:sldMk cId="433159733" sldId="314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1:36.388" v="64"/>
        <pc:sldMkLst>
          <pc:docMk/>
          <pc:sldMk cId="812093914" sldId="315"/>
        </pc:sldMkLst>
        <pc:spChg chg="mod">
          <ac:chgData name="Yang, Keyang" userId="04a9c76f-4fb9-45ac-bd00-4af93feac29c" providerId="ADAL" clId="{96CEFCF6-1D36-43AD-9421-D6A67F41D092}" dt="2026-09-25T16:01:23.855" v="62"/>
          <ac:spMkLst>
            <pc:docMk/>
            <pc:sldMk cId="812093914" sldId="315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8:42.469" v="68"/>
        <pc:sldMkLst>
          <pc:docMk/>
          <pc:sldMk cId="668011710" sldId="316"/>
        </pc:sldMkLst>
        <pc:spChg chg="mod">
          <ac:chgData name="Yang, Keyang" userId="04a9c76f-4fb9-45ac-bd00-4af93feac29c" providerId="ADAL" clId="{96CEFCF6-1D36-43AD-9421-D6A67F41D092}" dt="2026-09-25T16:01:36.902" v="66"/>
          <ac:spMkLst>
            <pc:docMk/>
            <pc:sldMk cId="668011710" sldId="316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9:18.561" v="72"/>
        <pc:sldMkLst>
          <pc:docMk/>
          <pc:sldMk cId="917899592" sldId="317"/>
        </pc:sldMkLst>
        <pc:spChg chg="mod">
          <ac:chgData name="Yang, Keyang" userId="04a9c76f-4fb9-45ac-bd00-4af93feac29c" providerId="ADAL" clId="{96CEFCF6-1D36-43AD-9421-D6A67F41D092}" dt="2026-09-25T16:08:43.196" v="70"/>
          <ac:spMkLst>
            <pc:docMk/>
            <pc:sldMk cId="917899592" sldId="317"/>
            <ac:spMk id="4" creationId="{00000000-0000-0000-0000-000000000000}"/>
          </ac:spMkLst>
        </pc:spChg>
      </pc:sldChg>
      <pc:sldChg chg="modSp add del mod">
        <pc:chgData name="Yang, Keyang" userId="04a9c76f-4fb9-45ac-bd00-4af93feac29c" providerId="ADAL" clId="{96CEFCF6-1D36-43AD-9421-D6A67F41D092}" dt="2026-09-25T16:09:24.326" v="76"/>
        <pc:sldMkLst>
          <pc:docMk/>
          <pc:sldMk cId="3016946861" sldId="318"/>
        </pc:sldMkLst>
        <pc:spChg chg="mod">
          <ac:chgData name="Yang, Keyang" userId="04a9c76f-4fb9-45ac-bd00-4af93feac29c" providerId="ADAL" clId="{96CEFCF6-1D36-43AD-9421-D6A67F41D092}" dt="2026-09-25T16:09:19.080" v="74"/>
          <ac:spMkLst>
            <pc:docMk/>
            <pc:sldMk cId="3016946861" sldId="318"/>
            <ac:spMk id="4" creationId="{00000000-0000-0000-0000-000000000000}"/>
          </ac:spMkLst>
        </pc:spChg>
      </pc:sldChg>
      <pc:sldChg chg="add del">
        <pc:chgData name="Yang, Keyang" userId="04a9c76f-4fb9-45ac-bd00-4af93feac29c" providerId="ADAL" clId="{96CEFCF6-1D36-43AD-9421-D6A67F41D092}" dt="2026-09-25T16:09:50.738" v="78"/>
        <pc:sldMkLst>
          <pc:docMk/>
          <pc:sldMk cId="1985086625" sldId="319"/>
        </pc:sldMkLst>
      </pc:sldChg>
      <pc:sldChg chg="modSp add mod">
        <pc:chgData name="Yang, Keyang" userId="04a9c76f-4fb9-45ac-bd00-4af93feac29c" providerId="ADAL" clId="{96CEFCF6-1D36-43AD-9421-D6A67F41D092}" dt="2026-09-25T16:09:51.251" v="79"/>
        <pc:sldMkLst>
          <pc:docMk/>
          <pc:sldMk cId="2002368865" sldId="320"/>
        </pc:sldMkLst>
        <pc:spChg chg="mod">
          <ac:chgData name="Yang, Keyang" userId="04a9c76f-4fb9-45ac-bd00-4af93feac29c" providerId="ADAL" clId="{96CEFCF6-1D36-43AD-9421-D6A67F41D092}" dt="2026-09-25T16:09:51.251" v="79"/>
          <ac:spMkLst>
            <pc:docMk/>
            <pc:sldMk cId="2002368865" sldId="320"/>
            <ac:spMk id="4" creationId="{00000000-0000-0000-0000-000000000000}"/>
          </ac:spMkLst>
        </pc:spChg>
      </pc:sldChg>
    </pc:docChg>
  </pc:docChgLst>
  <pc:docChgLst>
    <pc:chgData name="Yang, Keyang" userId="04a9c76f-4fb9-45ac-bd00-4af93feac29c" providerId="ADAL" clId="{DA533CA8-565C-41E7-894D-1862444545F7}"/>
    <pc:docChg chg="modSld">
      <pc:chgData name="Yang, Keyang" userId="04a9c76f-4fb9-45ac-bd00-4af93feac29c" providerId="ADAL" clId="{DA533CA8-565C-41E7-894D-1862444545F7}" dt="2026-09-22T19:59:04.156" v="3" actId="403"/>
      <pc:docMkLst>
        <pc:docMk/>
      </pc:docMkLst>
      <pc:sldChg chg="modSp mod">
        <pc:chgData name="Yang, Keyang" userId="04a9c76f-4fb9-45ac-bd00-4af93feac29c" providerId="ADAL" clId="{DA533CA8-565C-41E7-894D-1862444545F7}" dt="2026-09-21T14:04:23.451" v="0" actId="1076"/>
        <pc:sldMkLst>
          <pc:docMk/>
          <pc:sldMk cId="0" sldId="261"/>
        </pc:sldMkLst>
        <pc:spChg chg="mod">
          <ac:chgData name="Yang, Keyang" userId="04a9c76f-4fb9-45ac-bd00-4af93feac29c" providerId="ADAL" clId="{DA533CA8-565C-41E7-894D-1862444545F7}" dt="2026-09-21T14:04:23.451" v="0" actId="107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Yang, Keyang" userId="04a9c76f-4fb9-45ac-bd00-4af93feac29c" providerId="ADAL" clId="{DA533CA8-565C-41E7-894D-1862444545F7}" dt="2026-09-22T19:59:04.156" v="3" actId="403"/>
        <pc:sldMkLst>
          <pc:docMk/>
          <pc:sldMk cId="0" sldId="274"/>
        </pc:sldMkLst>
        <pc:spChg chg="mod">
          <ac:chgData name="Yang, Keyang" userId="04a9c76f-4fb9-45ac-bd00-4af93feac29c" providerId="ADAL" clId="{DA533CA8-565C-41E7-894D-1862444545F7}" dt="2026-09-22T19:59:04.156" v="3" actId="403"/>
          <ac:spMkLst>
            <pc:docMk/>
            <pc:sldMk cId="0" sldId="274"/>
            <ac:spMk id="4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41A86-403B-40A9-86A0-1D40AD0BB18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210C-6A70-4F07-986A-F4025FE11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9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000"/>
            <a:ext cx="10927080" cy="7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Three Ways to Estimate the Cost of Debt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927080" cy="256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0000"/>
          <a:ext cx="10927079" cy="22677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2499"/>
                <a:gridCol w="4370832"/>
                <a:gridCol w="3933748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000000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000000"/>
                          </a:solidFill>
                          <a:latin typeface="Arial"/>
                        </a:rPr>
                        <a:t>Pre-tax rate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000000"/>
                          </a:solidFill>
                          <a:latin typeface="Arial"/>
                        </a:rPr>
                        <a:t>What it reflects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000000"/>
                          </a:solidFill>
                          <a:latin typeface="Arial"/>
                        </a:rPr>
                        <a:t>Market yield (Q15)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000000"/>
                          </a:solidFill>
                          <a:latin typeface="Arial"/>
                        </a:rPr>
                        <a:t>YTM on the firm’s long-term bonds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000000"/>
                          </a:solidFill>
                          <a:latin typeface="Arial"/>
                        </a:rPr>
                        <a:t>What lenders require today for this issuer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000000"/>
                          </a:solidFill>
                          <a:latin typeface="Arial"/>
                        </a:rPr>
                        <a:t>Historical rate (Q16)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000000"/>
                          </a:solidFill>
                          <a:latin typeface="Arial"/>
                        </a:rPr>
                        <a:t>Interest expense ÷ average total debt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000000"/>
                          </a:solidFill>
                          <a:latin typeface="Arial"/>
                        </a:rPr>
                        <a:t>Coupons locked in when past debt was issued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000000"/>
                          </a:solidFill>
                          <a:latin typeface="Arial"/>
                        </a:rPr>
                        <a:t>Build-up (Q17)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000000"/>
                          </a:solidFill>
                          <a:latin typeface="Arial"/>
                        </a:rPr>
                        <a:t>Treasury yield + credit spread for the rating (e.g., BBB)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000000"/>
                          </a:solidFill>
                          <a:latin typeface="Arial"/>
                        </a:rPr>
                        <a:t>Market rate for a typical issuer with that rating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663440"/>
            <a:ext cx="10927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All three: after-tax cost = pre-tax rate × (1 – tax rate).</a:t>
            </a:r>
          </a:p>
          <a:p>
            <a:pPr marL="400050" indent="-400050">
              <a:buFont typeface="Arial"/>
              <a:buChar char="•"/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Most common in practice:</a:t>
            </a:r>
            <a:r>
              <a:rPr sz="2400" b="0">
                <a:solidFill>
                  <a:srgbClr val="000000"/>
                </a:solidFill>
                <a:latin typeface="Arial"/>
              </a:rPr>
              <a:t> the YTM on the firm’s long-term bonds, the cost of new debt today. Use the build-up when bonds are illiquid; avoid the backward-looking historical rate for WACC.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FA29CB-F60B-458A-9B2E-F55CAA3248E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8246a9fe-83ae-435c-9345-067df87f0f6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4922</Words>
  <Application>Microsoft Office PowerPoint</Application>
  <PresentationFormat>Widescreen</PresentationFormat>
  <Paragraphs>327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Yang, Keyang</cp:lastModifiedBy>
  <cp:revision>1</cp:revision>
  <dcterms:created xsi:type="dcterms:W3CDTF">2013-01-27T09:14:16Z</dcterms:created>
  <dcterms:modified xsi:type="dcterms:W3CDTF">2026-09-25T16:10:01Z</dcterms:modified>
  <cp:category/>
</cp:coreProperties>
</file>